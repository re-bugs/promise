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97"/>
    <p:restoredTop sz="94670"/>
  </p:normalViewPr>
  <p:slideViewPr>
    <p:cSldViewPr snapToGrid="0">
      <p:cViewPr varScale="1">
        <p:scale>
          <a:sx n="181" d="100"/>
          <a:sy n="181" d="100"/>
        </p:scale>
        <p:origin x="192" y="3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7A504-F313-6899-F926-C2D83910A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707557-3EDE-E4EF-BA69-856256682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E25ED-9473-2F5D-C861-3003C09D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E17D9-407D-EB1D-E6E7-4BFC6D6D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9B0-D9C5-87A4-5E37-196C3FF1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487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4CD18-0D55-4612-3F91-92F7568C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71347-7288-8717-54CC-D219F7A6B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F4483E-F191-8E1C-78AA-97600563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E681D8-17D8-BCFD-9428-2A48E99B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09C29-DD73-67D6-A43E-3A82D4DBD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46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E9888-2622-0102-212E-2A0FBC9C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C7999A-AC02-5755-99F0-F65481FB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D7739-F9F2-505D-BEEC-AB3F4F15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E96BFB-92FA-3680-8711-B36FEB06A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03BB8-87D7-4F91-3DE0-C7F44D64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8428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2E4A7-A546-2D3A-C295-16D60639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098E23-310B-9904-43D4-EFA216023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A46EE1-12D7-2BCA-BB51-FADA63EEC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77A73-65BE-A3F4-FBC2-666224E3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F4857D-CAA1-281E-F641-91A9E6C7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B08586-14F7-49BF-A740-49DA6CAF5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943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B7CB5-663D-C49D-A9DB-77730D7C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283A4-688D-E15A-5A8A-CF9101ED8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970CE7-5095-EA17-8598-D3B91FC00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BA57FB-965E-F522-EFFF-60889D12A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C8D09D-34F6-2F74-14FC-6856F7DB7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5E8218-72CC-864E-2B45-7E78FC96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3631E60-03B3-9058-B7B2-43358FEC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59FBA3-E464-CF4A-D1E3-6F8E82A5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508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91FD0-5673-A782-A9EE-2EA921349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41DFD9-188A-AC32-D538-57988218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28E81-2E47-5D9B-2CE2-7B0B8A46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883C9C-03A8-92DC-55C1-F2502C1F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809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F10559-F681-5C9E-ED27-84CD80EB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066402-8560-A80C-22E8-BABEB6F5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85B1C-5CC2-FBC3-4E28-84B2D9F85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680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147BF-EB83-2B4B-3358-F2474D30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D4916-40A5-9129-815D-6D4D9CC7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FBC7D3-C8A8-804E-5FA4-743F00572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DC660A-E098-9168-FF68-1E79D5AE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0C9544-769D-0521-75B8-A386239C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A42E97-9971-A34D-B406-8D57A42B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154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42679-AB96-E017-D466-1FCB345E8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24C259-1E81-9218-F757-2A63050F6B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7DE10B-FC92-8647-01D8-6B7895EEC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982068-F00E-1F66-DB3C-C4028D3C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63EE25-6697-75B8-4F4A-83F976BA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FABF9A-7B7B-B3F6-F16E-C268C5C5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501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AC5EE-1E75-D274-8D46-483D83AD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A12255-36BD-CD37-7CE3-4BD6D067F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01C7B-8383-A478-3C52-F2AB69DD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3B35BB-32F9-28A4-D531-F868CDCF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90E75-F75B-338E-AE82-D59D9AE9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391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BDA9B4-F656-40B8-5969-AD587EA413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256150-72E0-5A91-2B58-40E533DC8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3C3E37-7BD1-FDB4-30E7-32BB5F8A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9C9751-8602-A6B5-176B-72EC289B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3DFEE-D2AE-21C0-680C-11188EB2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006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848772-10D9-D7C6-76AC-13C68BCF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5EA135-173C-3D56-968D-FA329DCC2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4A00C-65DA-710E-5E49-BF569E71B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808B4-D521-3945-B0F8-A2E44469D97F}" type="datetimeFigureOut">
              <a:rPr kumimoji="1" lang="ko-KR" altLang="en-US" smtClean="0"/>
              <a:t>2024. 7. 4.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5AD8E6-2687-31E3-3DB8-60F672E45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1CB14-6CBA-95B9-1E26-52A8A905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AF716-99A9-904D-A980-9ECF7A922D4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206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6E97516-4B1F-0EE8-CEB8-69D0ED42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809" y="3849275"/>
            <a:ext cx="1799544" cy="805243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2636E6EB-17E6-8941-68A3-EE63EB672FFA}"/>
              </a:ext>
            </a:extLst>
          </p:cNvPr>
          <p:cNvSpPr/>
          <p:nvPr/>
        </p:nvSpPr>
        <p:spPr>
          <a:xfrm>
            <a:off x="9432101" y="3566027"/>
            <a:ext cx="2200818" cy="1890172"/>
          </a:xfrm>
          <a:prstGeom prst="frame">
            <a:avLst>
              <a:gd name="adj1" fmla="val 10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CE41DED-2F21-B58E-59E1-FCD210D657EB}"/>
              </a:ext>
            </a:extLst>
          </p:cNvPr>
          <p:cNvCxnSpPr/>
          <p:nvPr/>
        </p:nvCxnSpPr>
        <p:spPr>
          <a:xfrm>
            <a:off x="6526060" y="3717449"/>
            <a:ext cx="2642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D2DD77B-103B-16E5-6A50-DF80198FADA8}"/>
              </a:ext>
            </a:extLst>
          </p:cNvPr>
          <p:cNvCxnSpPr>
            <a:cxnSpLocks/>
          </p:cNvCxnSpPr>
          <p:nvPr/>
        </p:nvCxnSpPr>
        <p:spPr>
          <a:xfrm flipH="1">
            <a:off x="6526060" y="4719531"/>
            <a:ext cx="2642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E2DBE211-714B-0955-207C-09F910E21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136" y="3502596"/>
            <a:ext cx="3327400" cy="14986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D45A15-9558-8288-D732-473AB3A3B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654" y="2482768"/>
            <a:ext cx="1673759" cy="1460500"/>
          </a:xfrm>
          <a:prstGeom prst="rect">
            <a:avLst/>
          </a:prstGeom>
        </p:spPr>
      </p:pic>
      <p:sp>
        <p:nvSpPr>
          <p:cNvPr id="14" name="액자 13">
            <a:extLst>
              <a:ext uri="{FF2B5EF4-FFF2-40B4-BE49-F238E27FC236}">
                <a16:creationId xmlns:a16="http://schemas.microsoft.com/office/drawing/2014/main" id="{3640A826-7E1A-6F97-48CF-3A305427135F}"/>
              </a:ext>
            </a:extLst>
          </p:cNvPr>
          <p:cNvSpPr/>
          <p:nvPr/>
        </p:nvSpPr>
        <p:spPr>
          <a:xfrm>
            <a:off x="3067135" y="2002839"/>
            <a:ext cx="8895773" cy="3953717"/>
          </a:xfrm>
          <a:prstGeom prst="frame">
            <a:avLst>
              <a:gd name="adj1" fmla="val 10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pic>
        <p:nvPicPr>
          <p:cNvPr id="1034" name="Picture 10" descr="AWS란? 클라우드와 AWS의 기본 개념 알아보기">
            <a:extLst>
              <a:ext uri="{FF2B5EF4-FFF2-40B4-BE49-F238E27FC236}">
                <a16:creationId xmlns:a16="http://schemas.microsoft.com/office/drawing/2014/main" id="{F893E62A-292F-5611-2C46-3D8E8E2FE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060" y="1022596"/>
            <a:ext cx="2133600" cy="132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614ABE6-74A8-C314-274C-F1B2791BCCA4}"/>
              </a:ext>
            </a:extLst>
          </p:cNvPr>
          <p:cNvCxnSpPr>
            <a:cxnSpLocks/>
          </p:cNvCxnSpPr>
          <p:nvPr/>
        </p:nvCxnSpPr>
        <p:spPr>
          <a:xfrm>
            <a:off x="1992032" y="4000965"/>
            <a:ext cx="12961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69B829D-2F61-835E-8188-6F87A2A2E88E}"/>
              </a:ext>
            </a:extLst>
          </p:cNvPr>
          <p:cNvCxnSpPr>
            <a:cxnSpLocks/>
          </p:cNvCxnSpPr>
          <p:nvPr/>
        </p:nvCxnSpPr>
        <p:spPr>
          <a:xfrm flipH="1">
            <a:off x="1992032" y="4426733"/>
            <a:ext cx="129617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803F85-4C36-183F-AF1F-33A5154CFA2F}"/>
              </a:ext>
            </a:extLst>
          </p:cNvPr>
          <p:cNvSpPr txBox="1"/>
          <p:nvPr/>
        </p:nvSpPr>
        <p:spPr>
          <a:xfrm>
            <a:off x="6616744" y="2242919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AWS Ubuntu LTS</a:t>
            </a:r>
            <a:endParaRPr kumimoji="1"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5496FD-88CE-28B2-EA59-067C833EC8D5}"/>
              </a:ext>
            </a:extLst>
          </p:cNvPr>
          <p:cNvSpPr txBox="1"/>
          <p:nvPr/>
        </p:nvSpPr>
        <p:spPr>
          <a:xfrm>
            <a:off x="426311" y="4220805"/>
            <a:ext cx="154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/>
              <a:t>Android Native</a:t>
            </a:r>
          </a:p>
          <a:p>
            <a:pPr algn="ctr"/>
            <a:r>
              <a:rPr kumimoji="1" lang="en-US" altLang="ko-KR" sz="1400" dirty="0"/>
              <a:t>(Kotlin)</a:t>
            </a:r>
            <a:endParaRPr kumimoji="1"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43D632-FE76-28AF-1247-F30D16F09587}"/>
              </a:ext>
            </a:extLst>
          </p:cNvPr>
          <p:cNvSpPr txBox="1"/>
          <p:nvPr/>
        </p:nvSpPr>
        <p:spPr>
          <a:xfrm>
            <a:off x="3925212" y="4809868"/>
            <a:ext cx="1549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Back-End</a:t>
            </a:r>
          </a:p>
          <a:p>
            <a:pPr algn="ctr"/>
            <a:r>
              <a:rPr kumimoji="1" lang="en-US" altLang="ko-KR" dirty="0"/>
              <a:t>(Spring Boot)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015D31-79A8-C9C3-5488-CA3CE4E778BB}"/>
              </a:ext>
            </a:extLst>
          </p:cNvPr>
          <p:cNvSpPr txBox="1"/>
          <p:nvPr/>
        </p:nvSpPr>
        <p:spPr>
          <a:xfrm>
            <a:off x="7054809" y="4978173"/>
            <a:ext cx="15496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Java Persistence API</a:t>
            </a:r>
            <a:endParaRPr kumimoji="1" lang="ko-KR" altLang="en-US" dirty="0"/>
          </a:p>
        </p:txBody>
      </p:sp>
      <p:pic>
        <p:nvPicPr>
          <p:cNvPr id="1030" name="Picture 6" descr="GCP_OCR">
            <a:extLst>
              <a:ext uri="{FF2B5EF4-FFF2-40B4-BE49-F238E27FC236}">
                <a16:creationId xmlns:a16="http://schemas.microsoft.com/office/drawing/2014/main" id="{B482BA6E-8CBA-E601-9ED3-878B772BE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96" y="1627679"/>
            <a:ext cx="2181143" cy="6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OpenAI - 나무위키">
            <a:extLst>
              <a:ext uri="{FF2B5EF4-FFF2-40B4-BE49-F238E27FC236}">
                <a16:creationId xmlns:a16="http://schemas.microsoft.com/office/drawing/2014/main" id="{43C534E7-C285-B099-0D05-62950406F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53" y="2276389"/>
            <a:ext cx="1882230" cy="46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액자 15">
            <a:extLst>
              <a:ext uri="{FF2B5EF4-FFF2-40B4-BE49-F238E27FC236}">
                <a16:creationId xmlns:a16="http://schemas.microsoft.com/office/drawing/2014/main" id="{533AE1A9-067E-B638-81E3-EAF632BBE237}"/>
              </a:ext>
            </a:extLst>
          </p:cNvPr>
          <p:cNvSpPr/>
          <p:nvPr/>
        </p:nvSpPr>
        <p:spPr>
          <a:xfrm>
            <a:off x="169382" y="1627678"/>
            <a:ext cx="2347384" cy="1299069"/>
          </a:xfrm>
          <a:prstGeom prst="frame">
            <a:avLst>
              <a:gd name="adj1" fmla="val 109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7E257F1-226D-152E-CB61-8D42CB3DC133}"/>
              </a:ext>
            </a:extLst>
          </p:cNvPr>
          <p:cNvCxnSpPr>
            <a:cxnSpLocks/>
          </p:cNvCxnSpPr>
          <p:nvPr/>
        </p:nvCxnSpPr>
        <p:spPr>
          <a:xfrm flipH="1" flipV="1">
            <a:off x="2342237" y="2971079"/>
            <a:ext cx="1097190" cy="9197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E6C91D5-38D2-F2BE-27E4-C8D35A58C611}"/>
              </a:ext>
            </a:extLst>
          </p:cNvPr>
          <p:cNvCxnSpPr>
            <a:cxnSpLocks/>
          </p:cNvCxnSpPr>
          <p:nvPr/>
        </p:nvCxnSpPr>
        <p:spPr>
          <a:xfrm>
            <a:off x="2562108" y="2784833"/>
            <a:ext cx="1058782" cy="89770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27824054-6E27-5BA7-6F40-58CCC9D55D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1631" y="4228750"/>
            <a:ext cx="1955289" cy="826591"/>
          </a:xfrm>
          <a:prstGeom prst="rect">
            <a:avLst/>
          </a:prstGeom>
        </p:spPr>
      </p:pic>
      <p:pic>
        <p:nvPicPr>
          <p:cNvPr id="1026" name="Picture 2" descr="Android - 나무위키">
            <a:extLst>
              <a:ext uri="{FF2B5EF4-FFF2-40B4-BE49-F238E27FC236}">
                <a16:creationId xmlns:a16="http://schemas.microsoft.com/office/drawing/2014/main" id="{A2C1D96D-CCA2-A503-0770-D187E4616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81" y="3514202"/>
            <a:ext cx="1284065" cy="71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크롬 인터넷 창까지 빼가는 엣지, 무슨 일? | 테크플러스">
            <a:extLst>
              <a:ext uri="{FF2B5EF4-FFF2-40B4-BE49-F238E27FC236}">
                <a16:creationId xmlns:a16="http://schemas.microsoft.com/office/drawing/2014/main" id="{664BFC5A-A33C-02CE-F05D-2F24A58DD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756" y="49576"/>
            <a:ext cx="1766020" cy="88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9D06B08-31C2-824B-2926-C22F224A9ADA}"/>
              </a:ext>
            </a:extLst>
          </p:cNvPr>
          <p:cNvCxnSpPr>
            <a:cxnSpLocks/>
          </p:cNvCxnSpPr>
          <p:nvPr/>
        </p:nvCxnSpPr>
        <p:spPr>
          <a:xfrm>
            <a:off x="4685907" y="1471734"/>
            <a:ext cx="0" cy="17412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0A0C0AE-6C9D-51DF-C9FE-F7FE595D79DC}"/>
              </a:ext>
            </a:extLst>
          </p:cNvPr>
          <p:cNvCxnSpPr>
            <a:cxnSpLocks/>
          </p:cNvCxnSpPr>
          <p:nvPr/>
        </p:nvCxnSpPr>
        <p:spPr>
          <a:xfrm flipV="1">
            <a:off x="4195960" y="1471734"/>
            <a:ext cx="0" cy="17137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619A44D-A962-9AC7-B7E6-4DCCEEC112B8}"/>
              </a:ext>
            </a:extLst>
          </p:cNvPr>
          <p:cNvSpPr txBox="1"/>
          <p:nvPr/>
        </p:nvSpPr>
        <p:spPr>
          <a:xfrm>
            <a:off x="2870772" y="791857"/>
            <a:ext cx="3085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Web</a:t>
            </a:r>
          </a:p>
          <a:p>
            <a:pPr algn="ctr"/>
            <a:r>
              <a:rPr kumimoji="1" lang="en-US" altLang="ko-KR" dirty="0"/>
              <a:t>(Server Side Rendering)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F1D169-7C9A-516B-609A-5D849C7F43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31" y="5191161"/>
            <a:ext cx="1203363" cy="11491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32EEC-C9BF-75A5-89EB-E0CA2F851FC4}"/>
              </a:ext>
            </a:extLst>
          </p:cNvPr>
          <p:cNvSpPr txBox="1"/>
          <p:nvPr/>
        </p:nvSpPr>
        <p:spPr>
          <a:xfrm>
            <a:off x="463283" y="6264269"/>
            <a:ext cx="1549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400" dirty="0"/>
              <a:t>Smart Medicine Bottle</a:t>
            </a:r>
            <a:endParaRPr kumimoji="1" lang="ko-KR" altLang="en-US" sz="14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FAF9A3D-5C73-BF6E-9383-88166E5798BA}"/>
              </a:ext>
            </a:extLst>
          </p:cNvPr>
          <p:cNvCxnSpPr>
            <a:cxnSpLocks/>
          </p:cNvCxnSpPr>
          <p:nvPr/>
        </p:nvCxnSpPr>
        <p:spPr>
          <a:xfrm>
            <a:off x="1237106" y="4741164"/>
            <a:ext cx="0" cy="6283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27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25</Words>
  <Application>Microsoft Macintosh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승욱 이</dc:creator>
  <cp:lastModifiedBy>이승욱</cp:lastModifiedBy>
  <cp:revision>12</cp:revision>
  <dcterms:created xsi:type="dcterms:W3CDTF">2024-03-18T10:19:02Z</dcterms:created>
  <dcterms:modified xsi:type="dcterms:W3CDTF">2024-07-04T02:27:41Z</dcterms:modified>
</cp:coreProperties>
</file>